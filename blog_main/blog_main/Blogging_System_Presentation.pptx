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Blogging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Using Django, HTML, CSS &amp; Bootstrap</a:t>
            </a:r>
          </a:p>
          <a:p>
            <a:pPr>
              <a:defRPr sz="2000"/>
            </a:pPr>
            <a:r>
              <a:t>Full Stack Web Application</a:t>
            </a:r>
          </a:p>
          <a:p>
            <a:pPr>
              <a:defRPr sz="2000"/>
            </a:pPr>
            <a:r>
              <a:t>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Web application for blogging</a:t>
            </a:r>
          </a:p>
          <a:p>
            <a:pPr>
              <a:defRPr sz="2000"/>
            </a:pPr>
            <a:r>
              <a:t>Users can create and manage posts</a:t>
            </a:r>
          </a:p>
          <a:p>
            <a:pPr>
              <a:defRPr sz="2000"/>
            </a:pPr>
            <a:r>
              <a:t>Dynamic and interactive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Develop blogging platform</a:t>
            </a:r>
          </a:p>
          <a:p>
            <a:pPr>
              <a:defRPr sz="2000"/>
            </a:pPr>
            <a:r>
              <a:t>Implement authentication</a:t>
            </a:r>
          </a:p>
          <a:p>
            <a:pPr>
              <a:defRPr sz="2000"/>
            </a:pPr>
            <a:r>
              <a:t>Enable CRUD operations</a:t>
            </a:r>
          </a:p>
          <a:p>
            <a:pPr>
              <a:defRPr sz="2000"/>
            </a:pPr>
            <a:r>
              <a:t>Responsive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Python (Django)</a:t>
            </a:r>
          </a:p>
          <a:p>
            <a:pPr>
              <a:defRPr sz="2000"/>
            </a:pPr>
            <a:r>
              <a:t>HTML, CSS</a:t>
            </a:r>
          </a:p>
          <a:p>
            <a:pPr>
              <a:defRPr sz="2000"/>
            </a:pPr>
            <a:r>
              <a:t>Bootstrap</a:t>
            </a:r>
          </a:p>
          <a:p>
            <a:pPr>
              <a:defRPr sz="2000"/>
            </a:pPr>
            <a:r>
              <a:t>SQLite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Django?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Fast and secure framework</a:t>
            </a:r>
          </a:p>
          <a:p>
            <a:pPr>
              <a:defRPr sz="2000"/>
            </a:pPr>
            <a:r>
              <a:t>Built-in admin panel</a:t>
            </a:r>
          </a:p>
          <a:p>
            <a:pPr>
              <a:defRPr sz="2000"/>
            </a:pPr>
            <a:r>
              <a:t>ORM for database</a:t>
            </a:r>
          </a:p>
          <a:p>
            <a:pPr>
              <a:defRPr sz="2000"/>
            </a:pPr>
            <a:r>
              <a:t>Scalable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User interacts via browser</a:t>
            </a:r>
          </a:p>
          <a:p>
            <a:pPr>
              <a:defRPr sz="2000"/>
            </a:pPr>
            <a:r>
              <a:t>Frontend sends request</a:t>
            </a:r>
          </a:p>
          <a:p>
            <a:pPr>
              <a:defRPr sz="2000"/>
            </a:pPr>
            <a:r>
              <a:t>Django processes logic</a:t>
            </a:r>
          </a:p>
          <a:p>
            <a:pPr>
              <a:defRPr sz="2000"/>
            </a:pPr>
            <a:r>
              <a:t>Database interaction</a:t>
            </a:r>
          </a:p>
          <a:p>
            <a:pPr>
              <a:defRPr sz="2000"/>
            </a:pPr>
            <a:r>
              <a:t>Response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User login/register</a:t>
            </a:r>
          </a:p>
          <a:p>
            <a:pPr>
              <a:defRPr sz="2000"/>
            </a:pPr>
            <a:r>
              <a:t>Create, edit, delete posts</a:t>
            </a:r>
          </a:p>
          <a:p>
            <a:pPr>
              <a:defRPr sz="2000"/>
            </a:pPr>
            <a:r>
              <a:t>Responsive UI</a:t>
            </a:r>
          </a:p>
          <a:p>
            <a:pPr>
              <a:defRPr sz="2000"/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models.py</a:t>
            </a:r>
          </a:p>
          <a:p>
            <a:pPr>
              <a:defRPr sz="2000"/>
            </a:pPr>
            <a:r>
              <a:t>views.py</a:t>
            </a:r>
          </a:p>
          <a:p>
            <a:pPr>
              <a:defRPr sz="2000"/>
            </a:pPr>
            <a:r>
              <a:t>templates/</a:t>
            </a:r>
          </a:p>
          <a:p>
            <a:pPr>
              <a:defRPr sz="2000"/>
            </a:pPr>
            <a:r>
              <a:t>static/</a:t>
            </a:r>
          </a:p>
          <a:p>
            <a:pPr>
              <a:defRPr sz="2000"/>
            </a:pPr>
            <a:r>
              <a:t>urls.py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Post: Title, Content, Author</a:t>
            </a:r>
          </a:p>
          <a:p>
            <a:pPr>
              <a:defRPr sz="2000"/>
            </a:pPr>
            <a:r>
              <a:t>Created Date</a:t>
            </a:r>
          </a:p>
          <a:p>
            <a:pPr>
              <a:defRPr sz="2000"/>
            </a:pPr>
            <a:r>
              <a:t>User model</a:t>
            </a:r>
          </a:p>
          <a:p>
            <a:pPr>
              <a:defRPr sz="2000"/>
            </a:pPr>
            <a:r>
              <a:t>Comments (optional)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HTML structure</a:t>
            </a:r>
          </a:p>
          <a:p>
            <a:pPr>
              <a:defRPr sz="2000"/>
            </a:pPr>
            <a:r>
              <a:t>CSS styling</a:t>
            </a:r>
          </a:p>
          <a:p>
            <a:pPr>
              <a:defRPr sz="2000"/>
            </a:pPr>
            <a:r>
              <a:t>Bootstrap for responsiveness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Authentication system</a:t>
            </a:r>
          </a:p>
          <a:p>
            <a:pPr>
              <a:defRPr sz="2000"/>
            </a:pPr>
            <a:r>
              <a:t>Blog management</a:t>
            </a:r>
          </a:p>
          <a:p>
            <a:pPr>
              <a:defRPr sz="2000"/>
            </a:pPr>
            <a:r>
              <a:t>Search feature</a:t>
            </a:r>
          </a:p>
          <a:p>
            <a:pPr>
              <a:defRPr sz="2000"/>
            </a:pPr>
            <a:r>
              <a:t>Pagination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Easy to use</a:t>
            </a:r>
          </a:p>
          <a:p>
            <a:pPr>
              <a:defRPr sz="2000"/>
            </a:pPr>
            <a:r>
              <a:t>Secure</a:t>
            </a:r>
          </a:p>
          <a:p>
            <a:pPr>
              <a:defRPr sz="2000"/>
            </a:pPr>
            <a:r>
              <a:t>Scalable</a:t>
            </a:r>
          </a:p>
          <a:p>
            <a:pPr>
              <a:defRPr sz="2000"/>
            </a:pPr>
            <a:r>
              <a:t>Responsive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Basic UI</a:t>
            </a:r>
          </a:p>
          <a:p>
            <a:pPr>
              <a:defRPr sz="2000"/>
            </a:pPr>
            <a:r>
              <a:t>Limited features</a:t>
            </a:r>
          </a:p>
          <a:p>
            <a:pPr>
              <a:defRPr sz="2000"/>
            </a:pPr>
            <a:r>
              <a:t>Requires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Like and share feature</a:t>
            </a:r>
          </a:p>
          <a:p>
            <a:pPr>
              <a:defRPr sz="2000"/>
            </a:pPr>
            <a:r>
              <a:t>REST API integration</a:t>
            </a:r>
          </a:p>
          <a:p>
            <a:pPr>
              <a:defRPr sz="2000"/>
            </a:pPr>
            <a:r>
              <a:t>Tags and categories</a:t>
            </a:r>
          </a:p>
          <a:p>
            <a:pPr>
              <a:defRPr sz="2000"/>
            </a:pPr>
            <a:r>
              <a:t>Cloud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Built using Django</a:t>
            </a:r>
          </a:p>
          <a:p>
            <a:pPr>
              <a:defRPr sz="2000"/>
            </a:pPr>
            <a:r>
              <a:t>Full-stack development</a:t>
            </a:r>
          </a:p>
          <a:p>
            <a:pPr>
              <a:defRPr sz="2000"/>
            </a:pPr>
            <a:r>
              <a:t>Can be extended further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